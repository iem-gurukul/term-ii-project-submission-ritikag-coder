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1430000" cy="6438900"/>
  <p:notesSz cx="6858000" cy="9144000"/>
  <p:embeddedFontLst>
    <p:embeddedFont>
      <p:font typeface="Nunito Semi-Bold" charset="1" panose="00000000000000000000"/>
      <p:regular r:id="rId12"/>
    </p:embeddedFont>
    <p:embeddedFont>
      <p:font typeface="PT Sans" charset="1" panose="020B0503020203020204"/>
      <p:regular r:id="rId13"/>
    </p:embeddedFont>
    <p:embeddedFont>
      <p:font typeface="PT Sans Bold" charset="1" panose="020B0703020203020204"/>
      <p:regular r:id="rId14"/>
    </p:embeddedFont>
    <p:embeddedFont>
      <p:font typeface="Nunito" charset="1" panose="00000000000000000000"/>
      <p:regular r:id="rId15"/>
    </p:embeddedFont>
    <p:embeddedFont>
      <p:font typeface="Noto Sans" charset="1" panose="020B050204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900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" r="0" b="-1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57"/>
            <a:ext cx="11430000" cy="6438643"/>
            <a:chOff x="0" y="0"/>
            <a:chExt cx="11430000" cy="6438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0" y="257"/>
            <a:ext cx="4286250" cy="6438643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" t="-3" r="-2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37575" y="1960740"/>
            <a:ext cx="4204535" cy="107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Student Attendance Management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0302" y="3196752"/>
            <a:ext cx="49597" cy="40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7575" y="3311052"/>
            <a:ext cx="5939161" cy="29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b="true" sz="1434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Problem Statement:</a:t>
            </a: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Manualattendancetrackingisinefficient, error-prone,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7575" y="3606327"/>
            <a:ext cx="4293194" cy="78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andlacks automation.</a:t>
            </a:r>
          </a:p>
          <a:p>
            <a:pPr algn="l">
              <a:lnSpc>
                <a:spcPts val="3585"/>
              </a:lnSpc>
            </a:pPr>
            <a:r>
              <a:rPr lang="en-US" b="true" sz="1434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Target Users:</a:t>
            </a: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Schools, colleges, and training institutes.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900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" r="0" b="-1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57"/>
            <a:ext cx="11430000" cy="6438643"/>
            <a:chOff x="0" y="0"/>
            <a:chExt cx="11430000" cy="6438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0" y="257"/>
            <a:ext cx="4286250" cy="6438643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" t="-3" r="-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72350" y="342900"/>
            <a:ext cx="3829050" cy="5753100"/>
            <a:chOff x="0" y="0"/>
            <a:chExt cx="5105400" cy="767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05400" cy="7670800"/>
            </a:xfrm>
            <a:custGeom>
              <a:avLst/>
              <a:gdLst/>
              <a:ahLst/>
              <a:cxnLst/>
              <a:rect r="r" b="b" t="t" l="l"/>
              <a:pathLst>
                <a:path h="7670800" w="5105400">
                  <a:moveTo>
                    <a:pt x="303657" y="0"/>
                  </a:moveTo>
                  <a:cubicBezTo>
                    <a:pt x="283718" y="0"/>
                    <a:pt x="263906" y="1905"/>
                    <a:pt x="244475" y="5842"/>
                  </a:cubicBezTo>
                  <a:cubicBezTo>
                    <a:pt x="225044" y="9779"/>
                    <a:pt x="205994" y="15494"/>
                    <a:pt x="187452" y="23114"/>
                  </a:cubicBezTo>
                  <a:cubicBezTo>
                    <a:pt x="168910" y="30734"/>
                    <a:pt x="151511" y="40132"/>
                    <a:pt x="135001" y="51181"/>
                  </a:cubicBezTo>
                  <a:cubicBezTo>
                    <a:pt x="118491" y="62230"/>
                    <a:pt x="102997" y="74803"/>
                    <a:pt x="88900" y="88900"/>
                  </a:cubicBezTo>
                  <a:cubicBezTo>
                    <a:pt x="74803" y="102997"/>
                    <a:pt x="62230" y="118364"/>
                    <a:pt x="51181" y="134874"/>
                  </a:cubicBezTo>
                  <a:cubicBezTo>
                    <a:pt x="40132" y="151384"/>
                    <a:pt x="30734" y="168910"/>
                    <a:pt x="23114" y="187325"/>
                  </a:cubicBezTo>
                  <a:cubicBezTo>
                    <a:pt x="15494" y="205740"/>
                    <a:pt x="9779" y="224790"/>
                    <a:pt x="5842" y="244348"/>
                  </a:cubicBezTo>
                  <a:cubicBezTo>
                    <a:pt x="1905" y="263906"/>
                    <a:pt x="0" y="283718"/>
                    <a:pt x="0" y="303657"/>
                  </a:cubicBezTo>
                  <a:lnTo>
                    <a:pt x="0" y="7367143"/>
                  </a:lnTo>
                  <a:cubicBezTo>
                    <a:pt x="0" y="7387082"/>
                    <a:pt x="1905" y="7406767"/>
                    <a:pt x="5842" y="7426325"/>
                  </a:cubicBezTo>
                  <a:cubicBezTo>
                    <a:pt x="9779" y="7445883"/>
                    <a:pt x="15494" y="7464806"/>
                    <a:pt x="23114" y="7483222"/>
                  </a:cubicBezTo>
                  <a:cubicBezTo>
                    <a:pt x="30734" y="7501637"/>
                    <a:pt x="40132" y="7519162"/>
                    <a:pt x="51181" y="7535673"/>
                  </a:cubicBezTo>
                  <a:cubicBezTo>
                    <a:pt x="62230" y="7552182"/>
                    <a:pt x="74803" y="7567803"/>
                    <a:pt x="88900" y="7581900"/>
                  </a:cubicBezTo>
                  <a:cubicBezTo>
                    <a:pt x="102997" y="7595997"/>
                    <a:pt x="118364" y="7608570"/>
                    <a:pt x="134874" y="7619619"/>
                  </a:cubicBezTo>
                  <a:cubicBezTo>
                    <a:pt x="151384" y="7630668"/>
                    <a:pt x="168910" y="7640066"/>
                    <a:pt x="187325" y="7647686"/>
                  </a:cubicBezTo>
                  <a:cubicBezTo>
                    <a:pt x="205740" y="7655306"/>
                    <a:pt x="224790" y="7661021"/>
                    <a:pt x="244348" y="7664958"/>
                  </a:cubicBezTo>
                  <a:cubicBezTo>
                    <a:pt x="263398" y="7668768"/>
                    <a:pt x="282702" y="7670673"/>
                    <a:pt x="302133" y="7670800"/>
                  </a:cubicBezTo>
                  <a:lnTo>
                    <a:pt x="4803267" y="7670800"/>
                  </a:lnTo>
                  <a:cubicBezTo>
                    <a:pt x="4822698" y="7670673"/>
                    <a:pt x="4842002" y="7668768"/>
                    <a:pt x="4861052" y="7664958"/>
                  </a:cubicBezTo>
                  <a:cubicBezTo>
                    <a:pt x="4880610" y="7661021"/>
                    <a:pt x="4899533" y="7655306"/>
                    <a:pt x="4918075" y="7647686"/>
                  </a:cubicBezTo>
                  <a:cubicBezTo>
                    <a:pt x="4936617" y="7640066"/>
                    <a:pt x="4954016" y="7630668"/>
                    <a:pt x="4970526" y="7619619"/>
                  </a:cubicBezTo>
                  <a:cubicBezTo>
                    <a:pt x="4987036" y="7608570"/>
                    <a:pt x="5002403" y="7595997"/>
                    <a:pt x="5016500" y="7581900"/>
                  </a:cubicBezTo>
                  <a:cubicBezTo>
                    <a:pt x="5030597" y="7567803"/>
                    <a:pt x="5043170" y="7552436"/>
                    <a:pt x="5054219" y="7535926"/>
                  </a:cubicBezTo>
                  <a:cubicBezTo>
                    <a:pt x="5065268" y="7519416"/>
                    <a:pt x="5074666" y="7501890"/>
                    <a:pt x="5082286" y="7483475"/>
                  </a:cubicBezTo>
                  <a:cubicBezTo>
                    <a:pt x="5089906" y="7465060"/>
                    <a:pt x="5095621" y="7446010"/>
                    <a:pt x="5099558" y="7426579"/>
                  </a:cubicBezTo>
                  <a:cubicBezTo>
                    <a:pt x="5103495" y="7407148"/>
                    <a:pt x="5105400" y="7387336"/>
                    <a:pt x="5105400" y="7367397"/>
                  </a:cubicBezTo>
                  <a:lnTo>
                    <a:pt x="5105400" y="303657"/>
                  </a:lnTo>
                  <a:cubicBezTo>
                    <a:pt x="5105400" y="283718"/>
                    <a:pt x="5103495" y="263906"/>
                    <a:pt x="5099558" y="244475"/>
                  </a:cubicBezTo>
                  <a:cubicBezTo>
                    <a:pt x="5095621" y="225044"/>
                    <a:pt x="5089906" y="205994"/>
                    <a:pt x="5082286" y="187452"/>
                  </a:cubicBezTo>
                  <a:cubicBezTo>
                    <a:pt x="5074666" y="168910"/>
                    <a:pt x="5065268" y="151511"/>
                    <a:pt x="5054219" y="135001"/>
                  </a:cubicBezTo>
                  <a:cubicBezTo>
                    <a:pt x="5043170" y="118491"/>
                    <a:pt x="5030597" y="102997"/>
                    <a:pt x="5016500" y="88900"/>
                  </a:cubicBezTo>
                  <a:cubicBezTo>
                    <a:pt x="5002403" y="74803"/>
                    <a:pt x="4987036" y="62230"/>
                    <a:pt x="4970526" y="51181"/>
                  </a:cubicBezTo>
                  <a:cubicBezTo>
                    <a:pt x="4954016" y="40132"/>
                    <a:pt x="4936490" y="30734"/>
                    <a:pt x="4918075" y="23114"/>
                  </a:cubicBezTo>
                  <a:cubicBezTo>
                    <a:pt x="4899660" y="15494"/>
                    <a:pt x="4880610" y="9779"/>
                    <a:pt x="4861052" y="5842"/>
                  </a:cubicBezTo>
                  <a:cubicBezTo>
                    <a:pt x="4841494" y="1905"/>
                    <a:pt x="4821682" y="0"/>
                    <a:pt x="480174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76275" y="3086100"/>
            <a:ext cx="57150" cy="5715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6275" y="3448050"/>
            <a:ext cx="57150" cy="57150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2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6275" y="4086225"/>
            <a:ext cx="57150" cy="57150"/>
            <a:chOff x="0" y="0"/>
            <a:chExt cx="57150" cy="57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2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6275" y="4733925"/>
            <a:ext cx="57150" cy="57150"/>
            <a:chOff x="0" y="0"/>
            <a:chExt cx="5715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2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838575" y="3086100"/>
            <a:ext cx="57150" cy="57150"/>
            <a:chOff x="0" y="0"/>
            <a:chExt cx="57150" cy="57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838575" y="3448050"/>
            <a:ext cx="57150" cy="57150"/>
            <a:chOff x="0" y="0"/>
            <a:chExt cx="57150" cy="571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2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838575" y="3800475"/>
            <a:ext cx="57150" cy="57150"/>
            <a:chOff x="0" y="0"/>
            <a:chExt cx="57150" cy="571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2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838575" y="4152900"/>
            <a:ext cx="57150" cy="57150"/>
            <a:chOff x="0" y="0"/>
            <a:chExt cx="57150" cy="571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2E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37575" y="1255890"/>
            <a:ext cx="2979944" cy="70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5"/>
              </a:lnSpc>
            </a:pPr>
            <a:r>
              <a:rPr lang="en-US" b="true" sz="3375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System Design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9886" y="2184187"/>
            <a:ext cx="69256" cy="56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2D4DF2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7575" y="2393737"/>
            <a:ext cx="1492587" cy="35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2D4DF2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Key</a:t>
            </a:r>
            <a:r>
              <a:rPr lang="en-US" b="true" sz="2025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 </a:t>
            </a:r>
            <a:r>
              <a:rPr lang="en-US" b="true" sz="2025">
                <a:solidFill>
                  <a:srgbClr val="2D4DF2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Classes: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03599" y="2393737"/>
            <a:ext cx="2238365" cy="35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018CE1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Package Structure: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8830" y="2872902"/>
            <a:ext cx="2433295" cy="1984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Person → stores ID &amp; name Student → manages </a:t>
            </a:r>
          </a:p>
          <a:p>
            <a:pPr algn="l">
              <a:lnSpc>
                <a:spcPts val="1650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attendance data</a:t>
            </a:r>
          </a:p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AttendanceManager → </a:t>
            </a:r>
          </a:p>
          <a:p>
            <a:pPr algn="l">
              <a:lnSpc>
                <a:spcPts val="1065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controls operations</a:t>
            </a:r>
          </a:p>
          <a:p>
            <a:pPr algn="l">
              <a:lnSpc>
                <a:spcPts val="3585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FileUtil → handles file storage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94864" y="2872902"/>
            <a:ext cx="548669" cy="140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model service util main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430000" cy="6438900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" r="0" b="-1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1430000" cy="6438900"/>
            <a:chOff x="0" y="0"/>
            <a:chExt cx="15240000" cy="858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503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7584" y="1503540"/>
            <a:ext cx="4055450" cy="59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OOP Concepts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8800" y="2656770"/>
            <a:ext cx="3152870" cy="67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2D4DF2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Abstraction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Main interacts with AttendanceManager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8800" y="3914070"/>
            <a:ext cx="2749810" cy="67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DA33BF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Polymorphism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Different attendance status (P/A/L)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7303" y="2656770"/>
            <a:ext cx="1873710" cy="67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018CE1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Inheritance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Student extends Person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7303" y="3914070"/>
            <a:ext cx="2633043" cy="67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2D4DF2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Encapsulation</a:t>
            </a:r>
          </a:p>
          <a:p>
            <a:pPr algn="l">
              <a:lnSpc>
                <a:spcPts val="2007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Private fields with getters/setters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430000" cy="6438900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" r="0" b="-1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1430000" cy="6438900"/>
            <a:chOff x="0" y="0"/>
            <a:chExt cx="15240000" cy="858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503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7584" y="1770240"/>
            <a:ext cx="3832917" cy="59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Technical Highlight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5950" y="2961570"/>
            <a:ext cx="2765755" cy="53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Feature: Attendance Status Handling (P/A/L)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41619" y="2961570"/>
            <a:ext cx="2890533" cy="79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Logic: Single method handles multiple attendance types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87288" y="2932995"/>
            <a:ext cx="1344168" cy="29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5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Why Chosen: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78543" y="3263427"/>
            <a:ext cx="2023348" cy="105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Flexible input handling Reduces code duplication Improves user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430000" cy="6438900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" r="0" b="-1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1430000" cy="6438900"/>
            <a:chOff x="0" y="0"/>
            <a:chExt cx="15240000" cy="858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-63503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7584" y="1236840"/>
            <a:ext cx="2109921" cy="59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Live Demo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7584" y="2523420"/>
            <a:ext cx="1325366" cy="29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Add Student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584" y="3533070"/>
            <a:ext cx="1418711" cy="29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 spc="6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View Reports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1269" y="2523420"/>
            <a:ext cx="2487006" cy="29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 Shows success message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42785" y="3533070"/>
            <a:ext cx="2583190" cy="29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 Displays % and warnings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06088" y="3533070"/>
            <a:ext cx="1520790" cy="29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Error Handling: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06088" y="2523420"/>
            <a:ext cx="1760382" cy="29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Mark Attendance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31941" y="2465089"/>
            <a:ext cx="2169376" cy="3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3">
                <a:solidFill>
                  <a:srgbClr val="00002E"/>
                </a:solidFill>
                <a:latin typeface="Nunito"/>
                <a:ea typeface="Nunito"/>
                <a:cs typeface="Nunito"/>
                <a:sym typeface="Nunito"/>
              </a:rPr>
              <a:t>→</a:t>
            </a:r>
            <a:r>
              <a:rPr lang="en-US" b="true" sz="1687" spc="3">
                <a:solidFill>
                  <a:srgbClr val="00002E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 With date &amp; status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6956" y="2509456"/>
            <a:ext cx="218599" cy="29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0002E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28473" y="3519106"/>
            <a:ext cx="218599" cy="29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00002E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97343" y="3863502"/>
            <a:ext cx="2981344" cy="109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434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Duplicate ID → Error shown Invalid input → "Invalid choice" Student not found → Proper message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11430000" cy="6438900"/>
            <a:chOff x="0" y="0"/>
            <a:chExt cx="15240000" cy="858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5200"/>
            </a:xfrm>
            <a:custGeom>
              <a:avLst/>
              <a:gdLst/>
              <a:ahLst/>
              <a:cxnLst/>
              <a:rect r="r" b="b" t="t" l="l"/>
              <a:pathLst>
                <a:path h="8585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" r="0" b="-1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5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-63246"/>
            <a:ext cx="11556997" cy="6565649"/>
            <a:chOff x="0" y="0"/>
            <a:chExt cx="11557000" cy="6565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093410" y="257"/>
            <a:ext cx="7631615" cy="6438643"/>
            <a:chOff x="0" y="0"/>
            <a:chExt cx="10175486" cy="85848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5487" cy="8584819"/>
            </a:xfrm>
            <a:custGeom>
              <a:avLst/>
              <a:gdLst/>
              <a:ahLst/>
              <a:cxnLst/>
              <a:rect r="r" b="b" t="t" l="l"/>
              <a:pathLst>
                <a:path h="8584819" w="10175487">
                  <a:moveTo>
                    <a:pt x="0" y="0"/>
                  </a:moveTo>
                  <a:lnTo>
                    <a:pt x="10175487" y="0"/>
                  </a:lnTo>
                  <a:lnTo>
                    <a:pt x="10175487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44" t="-3" r="-2544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DAHFWPswdmU</dc:identifier>
  <dcterms:modified xsi:type="dcterms:W3CDTF">2011-08-01T06:04:30Z</dcterms:modified>
  <cp:revision>1</cp:revision>
  <dc:title>Student-Attendance-Management-System.pdf</dc:title>
</cp:coreProperties>
</file>